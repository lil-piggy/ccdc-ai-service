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777240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Vibe Coding 实战</a:t>
            </a:r>
          </a:p>
          <a:p>
            <a:pPr>
              <a:spcBef>
                <a:spcPts val="1200"/>
              </a:spcBef>
              <a:defRPr sz="2800">
                <a:solidFill>
                  <a:srgbClr val="00E5FF"/>
                </a:solidFill>
                <a:latin typeface="Microsoft YaHei"/>
              </a:defRPr>
            </a:pPr>
            <a:r>
              <a:t>零代码手写搭建 CCDC AI 服务平台</a:t>
            </a:r>
          </a:p>
          <a:p>
            <a:pPr>
              <a:spcBef>
                <a:spcPts val="2000"/>
              </a:spcBef>
              <a:defRPr sz="1800">
                <a:solidFill>
                  <a:srgbClr val="90A4AE"/>
                </a:solidFill>
                <a:latin typeface="Microsoft YaHei"/>
              </a:defRPr>
            </a:pPr>
            <a:r>
              <a:t>从想法到上线的 AI 应用开发新范式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今天聊什么？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什么是 Vibe Coding？它为何改变开发方式？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大模型、Agent、RAG 等热词到底是什么？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以 CCDC AI Service 为蓝本，看一个 AI 平台如何从零搭建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Bond Codin：一个垂直领域 Agent 的设计实践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踩坑经验、技术选型与未来展望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什么是 Vibe Coding？</a:t>
            </a:r>
          </a:p>
          <a:p>
            <a:pPr>
              <a:spcBef>
                <a:spcPts val="800"/>
              </a:spcBef>
              <a:defRPr sz="1600">
                <a:solidFill>
                  <a:srgbClr val="90A4AE"/>
                </a:solidFill>
                <a:latin typeface="Microsoft YaHei"/>
              </a:defRPr>
            </a:pPr>
            <a:r>
              <a:t>Describe, don't 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Vibe Coding = 用自然语言描述意图，AI 辅助生成可运行代码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开发者从『逐行手写代码』转向『描述需求 + 审核代码』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核心三要素：清晰的 Prompt、迭代式对话、人的架构把控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不是完全替代程序员，而是把重复性编码交给 AI，让人专注设计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适用场景：原型搭建、CRUD、模板化代码、快速验证想法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传统开发 vs Vibe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0A4AE"/>
                </a:solidFill>
                <a:latin typeface="Microsoft YaHei"/>
              </a:defRPr>
            </a:pPr>
            <a:r>
              <a:t>传统开发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需求 → 设计 → 手写代码 → 调试 → 上线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开发者是主要代码生产者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周期长，细节多，容易卡在小问题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适合复杂核心业务、强定制化场景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E5FF"/>
                </a:solidFill>
                <a:latin typeface="Microsoft YaHei"/>
              </a:defRPr>
            </a:pPr>
            <a:r>
              <a:t>Vibe Coding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意图 → AI 生成代码 → 人审核调优 → 上线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开发者是架构师 + 审查员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速度快，适合快速验证和 MVP</a:t>
            </a:r>
          </a:p>
          <a:p>
            <a:pPr>
              <a:spcAft>
                <a:spcPts val="1000"/>
              </a:spcAft>
              <a:defRPr sz="1600">
                <a:solidFill>
                  <a:srgbClr val="E0F7FA"/>
                </a:solidFill>
                <a:latin typeface="Microsoft YaHei"/>
              </a:defRPr>
            </a:pPr>
            <a:r>
              <a:t>• 适合工具类、原型、标准化模块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86400" y="3200400"/>
            <a:ext cx="914400" cy="45720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大模型时代的新开发范式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LLM（大语言模型）让机器真正『理解』自然语言并生成结构化输出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开发范式演进：命令式编程 → 声明式编程 → 意图式编程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Prompt 成为新的『编程语言』，Prompt Engineering 成为核心技能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Agent = LLM + 工具调用 + 记忆 + 规划，能自主完成多步骤任务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RAG（检索增强生成）让大模型『外挂』企业知识，解决幻觉问题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项目背景：CCDC AI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项目代号：小发 —— 中债智能金融助手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目标用户：债券从业者、发行承销商、固收分析师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核心场景：债券定价预测、信用分析、募集书解读、宏观点评、收益率曲线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技术目标：多用户在线、对话历史持久化、知识库 RAG、专家 Agent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部署目标：Render 免费版，快速上线、低成本运维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技术栈与架构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前端：纯 HTML/CSS/JS 单页应用（无框架，轻量可控）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后端：Node.js + Express（REST API + JWT 认证）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数据库：PostgreSQL（Render 免费版，持久化存储）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AI 接口：OpenAI 兼容协议，默认 Kimi + DeepSeek 双模型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部署：Render.com（自动 CI/CD，免费实例休眠唤醒）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关键依赖：pg、jsonwebtoken、bcryptjs、express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零代码手写？真相是……</a:t>
            </a:r>
          </a:p>
          <a:p>
            <a:pPr>
              <a:spcBef>
                <a:spcPts val="800"/>
              </a:spcBef>
              <a:defRPr sz="1600">
                <a:solidFill>
                  <a:srgbClr val="90A4AE"/>
                </a:solidFill>
                <a:latin typeface="Microsoft YaHei"/>
              </a:defRPr>
            </a:pPr>
            <a:r>
              <a:t>Human in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不是『不写代码』，而是『不写重复代码』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AI 负责生成：路由、CRUD、表单、样式骨架、Prompt 模板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人类负责把控：架构设计、数据安全、业务规则、异常处理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本项目实践：通过对话迭代生成代码 → 本地验证 → 部署上线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核心能力：把业务意图准确翻译成 Prompt，并持续调试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核心功能演进时间线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V1：基础 AI 对话（标准 / 思考 / 预测三种模式）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V2：用户注册登录 + JWT + 多用户数据隔离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V3：PostgreSQL 持久化（解决 Render 休眠丢数据问题）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V4：知识库 RAG + 多格式文件上传（docx/pdf/图片 OCR）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V5：多模型切换（Kimi K2.6 + DeepSeek V4 Pro）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V6：Bond Codin 专家 Agent —— 中债系统编程大师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Agent 设计：Bond Codin</a:t>
            </a:r>
          </a:p>
          <a:p>
            <a:pPr>
              <a:spcBef>
                <a:spcPts val="800"/>
              </a:spcBef>
              <a:defRPr sz="1600">
                <a:solidFill>
                  <a:srgbClr val="90A4AE"/>
                </a:solidFill>
                <a:latin typeface="Microsoft YaHei"/>
              </a:defRPr>
            </a:pPr>
            <a:r>
              <a:t>中债系统编程大师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Agent 定义：具备角色、记忆、工具、目标的 AI 实体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Bond Codin 融合三重角色：架构师 + 代码审计专家 + 分布式顾问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核心能力：SIS-APP 三层架构分析、代码漏洞扫描、分布式改造建议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交互设计：独立面板、代码编辑器、语言选择、文件上传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输出规范：风险等级标注 + 四段式审计 + 改造蓝图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Prompt Engineering 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角色定义：你是 Bond Codin，一位拥有 20 年经验的金融 IT 架构师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知识体系：Service/Logic/Mapper、MyBatis、Spring、分布式、云原生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输出约束：必须标注 🔴严重 / 🟠高危 / 🟡中危 / 🟢建议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结构化输出：问题定位 → 根因剖析 → 修复方案 → 架构影响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少样本提示：通过示例让模型理解中债业务语境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知识库与 RAG：让 AI 读懂企业文档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RAG = 检索（Retrieval）+ 生成（Generation）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用户上传 docx/pdf/图片等文档，提取文本后存入数据库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提问时做关键词匹配，把相关文本片段拼接到 Prompt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本项目优化：中文按字拆分匹配，英文按词匹配，提升召回率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价值：减少模型幻觉，让回答基于企业真实资料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踩坑与经验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坑 1：Render 免费版文件系统不持久 → 迁移到 PostgreSQL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坑 2：JWT Secret 每次部署变化 → 固定环境变量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坑 3：中文检索按空格分词失效 → 改为按字拆分匹配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坑 4：某些模型只支持 temperature=1 → 统一设置为 1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坑 5：Bond Codin 历史会话状态管理 → 统一 chatHistory + mode 字段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经验：AI 生成代码后要人工验证边界条件和异常处理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MCP（Model Context Protocol）：标准化模型与工具的交互协议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多 Agent 协作：多个专业 Agent 分工完成复杂任务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本地模型 + 云端混合部署：敏感数据本地化，通用能力上云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与企业知识库深度融合：实时同步内部文档、制度、规范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AI 辅助编码进一步融入日常：从 Copilot 到全自动工作流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Vibe Coding 不是魔法，而是『意图驱动 + AI 生成 + 人审核』的新协作模式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大模型让个人开发者也能快速搭建复杂应用原型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Agent 设计的关键：明确的角色、清晰的输入输出、可控的边界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企业级落地仍需关注：数据持久化、安全认证、模型边界、幻觉控制</a:t>
            </a:r>
          </a:p>
          <a:p>
            <a:pPr>
              <a:spcAft>
                <a:spcPts val="1400"/>
              </a:spcAft>
              <a:defRPr sz="1800">
                <a:solidFill>
                  <a:srgbClr val="E0F7FA"/>
                </a:solidFill>
                <a:latin typeface="Microsoft YaHei"/>
              </a:defRPr>
            </a:pPr>
            <a:r>
              <a:t>最重要的是：保持学习，把 AI 当作放大器，而不是替代品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828800"/>
            <a:ext cx="3200400" cy="3200400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  <a:p>
            <a:pPr algn="ctr">
              <a:spcBef>
                <a:spcPts val="1600"/>
              </a:spcBef>
              <a:defRPr sz="2400">
                <a:solidFill>
                  <a:srgbClr val="00E5FF"/>
                </a:solidFill>
                <a:latin typeface="Microsoft YaHei"/>
              </a:defRPr>
            </a:pPr>
            <a:r>
              <a:t>欢迎交流讨论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  <a:latin typeface="Microsoft YaHei"/>
              </a:defRPr>
            </a:pPr>
            <a:r>
              <a:t>CCDC AI Service · Vibe Coding 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